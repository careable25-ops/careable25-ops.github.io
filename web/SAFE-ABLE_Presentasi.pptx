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236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5F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02A0B3">
              <a:alpha val="40000"/>
            </a:srgbClr>
          </a:solidFill>
          <a:ln w="12700">
            <a:solidFill>
              <a:srgbClr val="02A0B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02A0B3">
              <a:alpha val="40000"/>
            </a:srgbClr>
          </a:solidFill>
          <a:ln w="12700">
            <a:solidFill>
              <a:srgbClr val="02A0B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FFD166">
              <a:alpha val="5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65760"/>
            <a:ext cx="2011680" cy="411480"/>
          </a:xfrm>
          <a:prstGeom prst="roundRect">
            <a:avLst>
              <a:gd name="adj" fmla="val 22222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35"/>
                </a:solidFill>
              </a:rPr>
              <a:t>PKM-PM 2024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109728" cy="7315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8686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</a:rPr>
              <a:t>SAFE-ABLE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166"/>
                </a:solidFill>
              </a:rPr>
              <a:t>Aplikasi Edukasi Interaktif Adaptif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8E8EE"/>
                </a:solidFill>
              </a:rPr>
              <a:t>Reproduksi &amp; Perlindungan Diri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C8E8EE"/>
                </a:solidFill>
              </a:rPr>
              <a:t>untuk Siswa Disabilitas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1474F"/>
          </a:solidFill>
          <a:ln w="12700">
            <a:solidFill>
              <a:srgbClr val="0147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D166"/>
                </a:solidFill>
              </a:rPr>
              <a:t>SLB Negeri 1 Makassar  •  Program Kreativitas Mahasiswa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🌟  Apa Itu SAFE-ABLE?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011680" cy="2011680"/>
          </a:xfrm>
          <a:prstGeom prst="ellipse">
            <a:avLst/>
          </a:prstGeom>
          <a:solidFill>
            <a:srgbClr val="E0F4F7"/>
          </a:solidFill>
          <a:ln w="381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📱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2743200" y="1051560"/>
            <a:ext cx="5943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0" y="1051560"/>
            <a:ext cx="109728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105156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566160" y="11247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35"/>
                </a:solidFill>
              </a:rPr>
              <a:t>Belajar Mudah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66160" y="144475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A63"/>
                </a:solidFill>
              </a:rPr>
              <a:t>Materi disajikan dengan gambar, video, dan cerita bergambar yang menarik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0" y="2148840"/>
            <a:ext cx="5943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0" y="2148840"/>
            <a:ext cx="109728" cy="914400"/>
          </a:xfrm>
          <a:prstGeom prst="rect">
            <a:avLst/>
          </a:prstGeom>
          <a:solidFill>
            <a:srgbClr val="2D9B6B"/>
          </a:solidFill>
          <a:ln w="12700">
            <a:solidFill>
              <a:srgbClr val="2D9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214884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566160" y="22219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35"/>
                </a:solidFill>
              </a:rPr>
              <a:t>Aman &amp; Terlindungi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66160" y="25420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A63"/>
                </a:solidFill>
              </a:rPr>
              <a:t>Belajar cara menjaga tubuh dan melindungi diri dari bahaya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3246120"/>
            <a:ext cx="5943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0" y="3246120"/>
            <a:ext cx="109728" cy="914400"/>
          </a:xfrm>
          <a:prstGeom prst="rect">
            <a:avLst/>
          </a:prstGeom>
          <a:solidFill>
            <a:srgbClr val="F07D2A"/>
          </a:solidFill>
          <a:ln w="12700">
            <a:solidFill>
              <a:srgbClr val="F07D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80360" y="324612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🎮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566160" y="33192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35"/>
                </a:solidFill>
              </a:rPr>
              <a:t>Interaktif &amp; Seru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66160" y="363931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A63"/>
                </a:solidFill>
              </a:rPr>
              <a:t>Ada kuis, permainan, dan aktivitas yang menyenangkan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E0F4F7"/>
          </a:solidFill>
          <a:ln w="12700">
            <a:solidFill>
              <a:srgbClr val="E0F4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434840"/>
            <a:ext cx="85953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15F6B"/>
                </a:solidFill>
              </a:rPr>
              <a:t>SAFE-ABLE dirancang khusus untuk siswa di Sekolah Luar Biasa (SLB) — mudah, aman, dan menyenangkan! 💙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9B6B"/>
          </a:solidFill>
          <a:ln w="12700">
            <a:solidFill>
              <a:srgbClr val="2D9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🌱  Mengenal Tubuh Kita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3931920" cy="3017520"/>
          </a:xfrm>
          <a:prstGeom prst="rect">
            <a:avLst/>
          </a:prstGeom>
          <a:solidFill>
            <a:srgbClr val="E3F7ED"/>
          </a:solidFill>
          <a:ln w="25400">
            <a:solidFill>
              <a:srgbClr val="2D9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51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E35"/>
                </a:solidFill>
              </a:rPr>
              <a:t>👦  Laki-laki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3931920" cy="36576"/>
          </a:xfrm>
          <a:prstGeom prst="rect">
            <a:avLst/>
          </a:prstGeom>
          <a:solidFill>
            <a:srgbClr val="2D9B6B"/>
          </a:solidFill>
          <a:ln w="12700">
            <a:solidFill>
              <a:srgbClr val="2D9B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274320" cy="274320"/>
          </a:xfrm>
          <a:prstGeom prst="ellipse">
            <a:avLst/>
          </a:prstGeom>
          <a:solidFill>
            <a:srgbClr val="2D9B6B"/>
          </a:solidFill>
          <a:ln w="12700">
            <a:solidFill>
              <a:srgbClr val="2D9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64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</a:rPr>
              <a:t>Suara menjadi lebih berat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274320" cy="274320"/>
          </a:xfrm>
          <a:prstGeom prst="ellipse">
            <a:avLst/>
          </a:prstGeom>
          <a:solidFill>
            <a:srgbClr val="2D9B6B"/>
          </a:solidFill>
          <a:ln w="12700">
            <a:solidFill>
              <a:srgbClr val="2D9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2128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</a:rPr>
              <a:t>Tumbuh rambut di beberapa bagian tubuh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274320" cy="274320"/>
          </a:xfrm>
          <a:prstGeom prst="ellipse">
            <a:avLst/>
          </a:prstGeom>
          <a:solidFill>
            <a:srgbClr val="2D9B6B"/>
          </a:solidFill>
          <a:ln w="12700">
            <a:solidFill>
              <a:srgbClr val="2D9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7614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</a:rPr>
              <a:t>Bahu menjadi lebih lebar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274320" cy="274320"/>
          </a:xfrm>
          <a:prstGeom prst="ellipse">
            <a:avLst/>
          </a:prstGeom>
          <a:solidFill>
            <a:srgbClr val="2D9B6B"/>
          </a:solidFill>
          <a:ln w="12700">
            <a:solidFill>
              <a:srgbClr val="2D9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3101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</a:rPr>
              <a:t>Jerawat bisa muncul di wajah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051560"/>
            <a:ext cx="4023360" cy="3017520"/>
          </a:xfrm>
          <a:prstGeom prst="rect">
            <a:avLst/>
          </a:prstGeom>
          <a:solidFill>
            <a:srgbClr val="FCEAF4"/>
          </a:solidFill>
          <a:ln w="25400">
            <a:solidFill>
              <a:srgbClr val="E06C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10515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E35"/>
                </a:solidFill>
              </a:rPr>
              <a:t>👧  Perempuan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663440" y="1554480"/>
            <a:ext cx="4023360" cy="36576"/>
          </a:xfrm>
          <a:prstGeom prst="rect">
            <a:avLst/>
          </a:prstGeom>
          <a:solidFill>
            <a:srgbClr val="E06C9F"/>
          </a:solidFill>
          <a:ln w="12700">
            <a:solidFill>
              <a:srgbClr val="E06C9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1691640"/>
            <a:ext cx="274320" cy="274320"/>
          </a:xfrm>
          <a:prstGeom prst="ellipse">
            <a:avLst/>
          </a:prstGeom>
          <a:solidFill>
            <a:srgbClr val="E06C9F"/>
          </a:solidFill>
          <a:ln w="12700">
            <a:solidFill>
              <a:srgbClr val="E06C9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16642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</a:rPr>
              <a:t>Pinggul menjadi lebih lebar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2240280"/>
            <a:ext cx="274320" cy="274320"/>
          </a:xfrm>
          <a:prstGeom prst="ellipse">
            <a:avLst/>
          </a:prstGeom>
          <a:solidFill>
            <a:srgbClr val="E06C9F"/>
          </a:solidFill>
          <a:ln w="12700">
            <a:solidFill>
              <a:srgbClr val="E06C9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22128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</a:rPr>
              <a:t>Payudara mulai berkembang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788920"/>
            <a:ext cx="274320" cy="274320"/>
          </a:xfrm>
          <a:prstGeom prst="ellipse">
            <a:avLst/>
          </a:prstGeom>
          <a:solidFill>
            <a:srgbClr val="E06C9F"/>
          </a:solidFill>
          <a:ln w="12700">
            <a:solidFill>
              <a:srgbClr val="E06C9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27614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</a:rPr>
              <a:t>Menstruasi (haid) pertama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3337560"/>
            <a:ext cx="274320" cy="274320"/>
          </a:xfrm>
          <a:prstGeom prst="ellipse">
            <a:avLst/>
          </a:prstGeom>
          <a:solidFill>
            <a:srgbClr val="E06C9F"/>
          </a:solidFill>
          <a:ln w="12700">
            <a:solidFill>
              <a:srgbClr val="E06C9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33101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</a:rPr>
              <a:t>Jerawat bisa muncul di wajah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434840"/>
            <a:ext cx="85953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35"/>
                </a:solidFill>
              </a:rPr>
              <a:t>💡 Perubahan tubuh adalah hal yang NORMAL dan dialami oleh semua orang!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07D2A"/>
          </a:solidFill>
          <a:ln w="12700">
            <a:solidFill>
              <a:srgbClr val="F07D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🔒  Bagian Pribadi Tubuhku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EF0E3"/>
          </a:solidFill>
          <a:ln w="38100">
            <a:solidFill>
              <a:srgbClr val="F07D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100584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👤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274320" y="333756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3337560"/>
            <a:ext cx="2743200" cy="457200"/>
          </a:xfrm>
          <a:prstGeom prst="rect">
            <a:avLst/>
          </a:prstGeom>
          <a:solidFill>
            <a:srgbClr val="F07D2A"/>
          </a:solidFill>
          <a:ln w="12700">
            <a:solidFill>
              <a:srgbClr val="F07D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337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🩲  Area Pakaian Dalam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822192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</a:rPr>
              <a:t>Bagian yang ditutupi pakaian dalam adalah PRIBADI. Tidak boleh dilihat atau disentuh orang lain.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333756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3337560"/>
            <a:ext cx="2743200" cy="457200"/>
          </a:xfrm>
          <a:prstGeom prst="rect">
            <a:avLst/>
          </a:prstGeom>
          <a:solidFill>
            <a:srgbClr val="F07D2A"/>
          </a:solidFill>
          <a:ln w="12700">
            <a:solidFill>
              <a:srgbClr val="F07D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3337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🤝  Sentuhan Aman vs Tidak Aman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3822192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</a:rPr>
              <a:t>Sentuhan AMAN: pelukan keluarga, jabat tangan. Sentuhan TIDAK AMAN: membuat tidak nyaman.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333756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3337560"/>
            <a:ext cx="2743200" cy="457200"/>
          </a:xfrm>
          <a:prstGeom prst="rect">
            <a:avLst/>
          </a:prstGeom>
          <a:solidFill>
            <a:srgbClr val="F07D2A"/>
          </a:solidFill>
          <a:ln w="12700">
            <a:solidFill>
              <a:srgbClr val="F07D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337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🗣️  Boleh Bilang TIDAK!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3822192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</a:rPr>
              <a:t>Kamu berhak menolak sentuhan yang tidak nyaman. Bilang 'TIDAK!' dengan keras dan ceritakan ke orang dewasa.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06C9F"/>
          </a:solidFill>
          <a:ln w="12700">
            <a:solidFill>
              <a:srgbClr val="E06C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🌸  Menstruasi: Hal yang Normal!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200400"/>
          </a:xfrm>
          <a:prstGeom prst="rect">
            <a:avLst/>
          </a:prstGeom>
          <a:solidFill>
            <a:srgbClr val="FCEAF4"/>
          </a:solidFill>
          <a:ln w="25400">
            <a:solidFill>
              <a:srgbClr val="E06C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35"/>
                </a:solidFill>
              </a:rPr>
              <a:t>Apa itu Menstruasi? 🩸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</a:rPr>
              <a:t>Menstruasi adalah keluarnya darah dari vagina setiap bulan. Ini adalah tanda tubuh perempuan yang sehat dan tumbuh normal.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395728"/>
            <a:ext cx="256032" cy="256032"/>
          </a:xfrm>
          <a:prstGeom prst="ellipse">
            <a:avLst/>
          </a:prstGeom>
          <a:solidFill>
            <a:srgbClr val="E06C9F"/>
          </a:solidFill>
          <a:ln w="12700">
            <a:solidFill>
              <a:srgbClr val="E06C9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</a:rPr>
              <a:t>Terjadi setiap bulan, sekitar 3–7 hari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256032" cy="256032"/>
          </a:xfrm>
          <a:prstGeom prst="ellipse">
            <a:avLst/>
          </a:prstGeom>
          <a:solidFill>
            <a:srgbClr val="E06C9F"/>
          </a:solidFill>
          <a:ln w="12700">
            <a:solidFill>
              <a:srgbClr val="E06C9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8163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</a:rPr>
              <a:t>Bisa terasa nyeri di perut — itu normal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256032" cy="256032"/>
          </a:xfrm>
          <a:prstGeom prst="ellipse">
            <a:avLst/>
          </a:prstGeom>
          <a:solidFill>
            <a:srgbClr val="E06C9F"/>
          </a:solidFill>
          <a:ln w="12700">
            <a:solidFill>
              <a:srgbClr val="E06C9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552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</a:rPr>
              <a:t>Pakai pembalut untuk menyerap darah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712464"/>
            <a:ext cx="256032" cy="256032"/>
          </a:xfrm>
          <a:prstGeom prst="ellipse">
            <a:avLst/>
          </a:prstGeom>
          <a:solidFill>
            <a:srgbClr val="E06C9F"/>
          </a:solidFill>
          <a:ln w="12700">
            <a:solidFill>
              <a:srgbClr val="E06C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6941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</a:rPr>
              <a:t>Ganti pembalut setiap 4–6 jam sekali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1051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35"/>
                </a:solidFill>
              </a:rPr>
              <a:t>Cara Pakai Pembalut 📋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54880" y="1572768"/>
            <a:ext cx="320040" cy="320040"/>
          </a:xfrm>
          <a:prstGeom prst="ellipse">
            <a:avLst/>
          </a:prstGeom>
          <a:solidFill>
            <a:srgbClr val="E06C9F"/>
          </a:solidFill>
          <a:ln w="12700">
            <a:solidFill>
              <a:srgbClr val="E06C9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572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66360" y="15544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</a:rPr>
              <a:t>Cuci tangan dulu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029968"/>
            <a:ext cx="320040" cy="320040"/>
          </a:xfrm>
          <a:prstGeom prst="ellipse">
            <a:avLst/>
          </a:prstGeom>
          <a:solidFill>
            <a:srgbClr val="E06C9F"/>
          </a:solidFill>
          <a:ln w="12700">
            <a:solidFill>
              <a:srgbClr val="E06C9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029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66360" y="20116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</a:rPr>
              <a:t>Buka pembalut dari bungkusnya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487168"/>
            <a:ext cx="320040" cy="320040"/>
          </a:xfrm>
          <a:prstGeom prst="ellipse">
            <a:avLst/>
          </a:prstGeom>
          <a:solidFill>
            <a:srgbClr val="E06C9F"/>
          </a:solidFill>
          <a:ln w="12700">
            <a:solidFill>
              <a:srgbClr val="E06C9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487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66360" y="24688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</a:rPr>
              <a:t>Tempel di bagian dalam celana dalam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2944368"/>
            <a:ext cx="320040" cy="320040"/>
          </a:xfrm>
          <a:prstGeom prst="ellipse">
            <a:avLst/>
          </a:prstGeom>
          <a:solidFill>
            <a:srgbClr val="E06C9F"/>
          </a:solidFill>
          <a:ln w="12700">
            <a:solidFill>
              <a:srgbClr val="E06C9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944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66360" y="29260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</a:rPr>
              <a:t>Ganti setiap 4-6 jam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3401568"/>
            <a:ext cx="320040" cy="320040"/>
          </a:xfrm>
          <a:prstGeom prst="ellipse">
            <a:avLst/>
          </a:prstGeom>
          <a:solidFill>
            <a:srgbClr val="E06C9F"/>
          </a:solidFill>
          <a:ln w="12700">
            <a:solidFill>
              <a:srgbClr val="E06C9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401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66360" y="33832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</a:rPr>
              <a:t>Bungkus pembalut bekas lalu buang ke tempat sampah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🚿  Menjaga Kebersihan Diri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27432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1430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🛁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11612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5F6B"/>
                </a:solidFill>
              </a:rPr>
              <a:t>Mandi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4813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3"/>
                </a:solidFill>
              </a:rPr>
              <a:t>Mandi 2x sehari pagi &amp; sore untuk tubuh bersih dan segar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105156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051560"/>
            <a:ext cx="27432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11430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🦷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840480" y="11612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5F6B"/>
                </a:solidFill>
              </a:rPr>
              <a:t>Sikat Gigi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0" y="14813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3"/>
                </a:solidFill>
              </a:rPr>
              <a:t>Sikat gigi pagi dan malam agar gigi sehat dan nafas segar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105156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051560"/>
            <a:ext cx="27432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1430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👐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66560" y="11612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5F6B"/>
                </a:solidFill>
              </a:rPr>
              <a:t>Cuci Tangan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66560" y="14813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3"/>
                </a:solidFill>
              </a:rPr>
              <a:t>Cuci tangan pakai sabun sebelum makan dan setelah ke toilet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269748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697480"/>
            <a:ext cx="27432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27889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👗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14400" y="28072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5F6B"/>
                </a:solidFill>
              </a:rPr>
              <a:t>Pakaian Bersih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1272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3"/>
                </a:solidFill>
              </a:rPr>
              <a:t>Ganti pakaian setiap hari, terutama pakaian dalam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54680" y="269748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2697480"/>
            <a:ext cx="27432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54680" y="27889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💇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840480" y="28072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5F6B"/>
                </a:solidFill>
              </a:rPr>
              <a:t>Rambut Bersih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40480" y="31272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3"/>
                </a:solidFill>
              </a:rPr>
              <a:t>Keramas minimal 2-3 kali seminggu agar rambut sehat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80760" y="269748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2697480"/>
            <a:ext cx="27432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27889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🌙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766560" y="28072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5F6B"/>
                </a:solidFill>
              </a:rPr>
              <a:t>Tidur Cukup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66560" y="31272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63"/>
                </a:solidFill>
              </a:rPr>
              <a:t>Tidur 8-9 jam setiap malam agar tubuh sehat dan kuat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⚠️  Waspadai Bahaya: Kenali Tanda Bahaya!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502920"/>
          </a:xfrm>
          <a:prstGeom prst="rect">
            <a:avLst/>
          </a:prstGeom>
          <a:solidFill>
            <a:srgbClr val="FDECEA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</a:rPr>
              <a:t>🚨 Tanda-Tanda yang TIDAK AMAN dan Harus Diwaspadai: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8595360" cy="475488"/>
          </a:xfrm>
          <a:prstGeom prst="rect">
            <a:avLst/>
          </a:prstGeom>
          <a:solidFill>
            <a:srgbClr val="FFF5F5"/>
          </a:solidFill>
          <a:ln w="12700">
            <a:solidFill>
              <a:srgbClr val="ECC8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002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60020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</a:rPr>
              <a:t>Orang yang ingin melihat atau menyentuh bagian pribadi tubuhmu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148840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CC8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488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214884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</a:rPr>
              <a:t>Orang yang memintamu merahasiakan sesuatu dari orang tua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697480"/>
            <a:ext cx="8595360" cy="475488"/>
          </a:xfrm>
          <a:prstGeom prst="rect">
            <a:avLst/>
          </a:prstGeom>
          <a:solidFill>
            <a:srgbClr val="FFF5F5"/>
          </a:solidFill>
          <a:ln w="12700">
            <a:solidFill>
              <a:srgbClr val="ECC8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974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26974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</a:rPr>
              <a:t>Orang yang menawarkan hadiah agar kamu mau pergi bersamanya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3246120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CC8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2461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32461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</a:rPr>
              <a:t>Orang yang membuatmu merasa takut, tidak nyaman, atau malu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3886200"/>
            <a:ext cx="8595360" cy="9601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8862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JIKA TERJADI: Segera pergi, teriak TOLONG!, dan ceritakan kepada orang tua, guru, atau orang dewasa yang kamu percaya!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B4FD4"/>
          </a:solidFill>
          <a:ln w="12700">
            <a:solidFill>
              <a:srgbClr val="7B4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🛡️  Cara Melindungi Diri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61288"/>
            <a:ext cx="777240" cy="777240"/>
          </a:xfrm>
          <a:prstGeom prst="ellipse">
            <a:avLst/>
          </a:prstGeom>
          <a:solidFill>
            <a:srgbClr val="F07D2A"/>
          </a:solidFill>
          <a:ln w="12700">
            <a:solidFill>
              <a:srgbClr val="F07D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612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112471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35"/>
                </a:solidFill>
              </a:rPr>
              <a:t>🗣️  Katakan TIDAK!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4904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A63"/>
                </a:solidFill>
              </a:rPr>
              <a:t>Kamu berhak menolak sentuhan atau permintaan yang membuatmu tidak nyaman. Bilang 'TIDAK!' dengan tegas.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194560"/>
            <a:ext cx="8595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304288"/>
            <a:ext cx="777240" cy="777240"/>
          </a:xfrm>
          <a:prstGeom prst="ellipse">
            <a:avLst/>
          </a:prstGeom>
          <a:solidFill>
            <a:srgbClr val="2D9B6B"/>
          </a:solidFill>
          <a:ln w="12700">
            <a:solidFill>
              <a:srgbClr val="2D9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3042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34440" y="226771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35"/>
                </a:solidFill>
              </a:rPr>
              <a:t>🏃  Pergi dari Tempat Itu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26334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A63"/>
                </a:solidFill>
              </a:rPr>
              <a:t>Jika ada orang yang membuatmu takut, segera pergi ke tempat yang aman dan ramai.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337560"/>
            <a:ext cx="8595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447288"/>
            <a:ext cx="777240" cy="777240"/>
          </a:xfrm>
          <a:prstGeom prst="ellipse">
            <a:avLst/>
          </a:prstGeom>
          <a:solidFill>
            <a:srgbClr val="7B4FD4"/>
          </a:solidFill>
          <a:ln w="12700">
            <a:solidFill>
              <a:srgbClr val="7B4F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4472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34440" y="341071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35"/>
                </a:solidFill>
              </a:rPr>
              <a:t>📢  Ceritakan ke Orang Dewasa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7764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A63"/>
                </a:solidFill>
              </a:rPr>
              <a:t>Selalu ceritakan kepada orang tua, guru, atau orang dewasa terpercaya jika ada yang mengganggumu.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F0EAFB"/>
          </a:solidFill>
          <a:ln w="12700">
            <a:solidFill>
              <a:srgbClr val="F0EA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434840"/>
            <a:ext cx="85953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4FD4"/>
                </a:solidFill>
              </a:rPr>
              <a:t>💜 Ingat: Bukan salahmu jika sesuatu yang buruk terjadi. Kamu tidak sendirian!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💙  Siapa yang Bisa Aku Percaya?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86200" y="8229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000000"/>
                </a:solidFill>
              </a:rPr>
              <a:t>🤗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365760" y="1874520"/>
            <a:ext cx="3931920" cy="1234440"/>
          </a:xfrm>
          <a:prstGeom prst="rect">
            <a:avLst/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874520"/>
            <a:ext cx="914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👨‍👩‍👧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2011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15F6B"/>
                </a:solidFill>
              </a:rPr>
              <a:t>Orang Tua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377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63"/>
                </a:solidFill>
              </a:rPr>
              <a:t>Ayah dan Ibu selalu siap mendengarkan dan membantumu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874520"/>
            <a:ext cx="3931920" cy="1234440"/>
          </a:xfrm>
          <a:prstGeom prst="rect">
            <a:avLst/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874520"/>
            <a:ext cx="914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👨‍🏫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760720" y="2011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15F6B"/>
                </a:solidFill>
              </a:rPr>
              <a:t>Guru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760720" y="2377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63"/>
                </a:solidFill>
              </a:rPr>
              <a:t>Guru di sekolah bisa membantumu dan melindungimu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3931920" cy="1234440"/>
          </a:xfrm>
          <a:prstGeom prst="rect">
            <a:avLst/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291840"/>
            <a:ext cx="914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🏥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371600" y="3429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15F6B"/>
                </a:solidFill>
              </a:rPr>
              <a:t>Dokter / Perawat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7947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63"/>
                </a:solidFill>
              </a:rPr>
              <a:t>Tenaga kesehatan siap membantu jika kamu butuh pertolongan medis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3291840"/>
            <a:ext cx="3931920" cy="1234440"/>
          </a:xfrm>
          <a:prstGeom prst="rect">
            <a:avLst/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3291840"/>
            <a:ext cx="914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👮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760720" y="3429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15F6B"/>
                </a:solidFill>
              </a:rPr>
              <a:t>Polisi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760720" y="37947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63"/>
                </a:solidFill>
              </a:rPr>
              <a:t>Hubungi 110 jika kamu dalam bahaya atau membutuhkan bantuan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5F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02A0B3">
              <a:alpha val="35000"/>
            </a:srgbClr>
          </a:solidFill>
          <a:ln w="12700">
            <a:solidFill>
              <a:srgbClr val="02A0B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200400"/>
            <a:ext cx="2743200" cy="2743200"/>
          </a:xfrm>
          <a:prstGeom prst="ellipse">
            <a:avLst/>
          </a:prstGeom>
          <a:solidFill>
            <a:srgbClr val="02A0B3">
              <a:alpha val="35000"/>
            </a:srgbClr>
          </a:solidFill>
          <a:ln w="12700">
            <a:solidFill>
              <a:srgbClr val="02A0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3657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⭐🌈⭐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914400" y="1188720"/>
            <a:ext cx="7315200" cy="1828800"/>
          </a:xfrm>
          <a:prstGeom prst="rect">
            <a:avLst/>
          </a:prstGeom>
          <a:solidFill>
            <a:srgbClr val="FFFFFF">
              <a:alpha val="90000"/>
            </a:srgbClr>
          </a:solidFill>
          <a:ln w="254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2344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D166"/>
                </a:solidFill>
              </a:rPr>
              <a:t>Kamu Luar Biasa! 💙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7315200" cy="10515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4">
                    <a:lumMod val="50000"/>
                  </a:schemeClr>
                </a:solidFill>
              </a:rPr>
              <a:t>Tubuhmu adalah milikmu sendiri. </a:t>
            </a:r>
            <a:r>
              <a:rPr lang="en-US" sz="1500" b="1" dirty="0">
                <a:solidFill>
                  <a:schemeClr val="accent4">
                    <a:lumMod val="50000"/>
                  </a:schemeClr>
                </a:solidFill>
              </a:rPr>
              <a:t>Kamu berhak untuk aman dan terlindungi.</a:t>
            </a:r>
            <a:endParaRPr lang="en-US" sz="1500" dirty="0">
              <a:solidFill>
                <a:schemeClr val="accent4">
                  <a:lumMod val="5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500" dirty="0">
                <a:solidFill>
                  <a:schemeClr val="accent4">
                    <a:lumMod val="50000"/>
                  </a:schemeClr>
                </a:solidFill>
              </a:rPr>
              <a:t>Selalu cerita kepada orang yang kamu percaya.</a:t>
            </a:r>
          </a:p>
        </p:txBody>
      </p:sp>
      <p:sp>
        <p:nvSpPr>
          <p:cNvPr id="8" name="Shape 6"/>
          <p:cNvSpPr/>
          <p:nvPr/>
        </p:nvSpPr>
        <p:spPr>
          <a:xfrm>
            <a:off x="365760" y="3246120"/>
            <a:ext cx="2697480" cy="731520"/>
          </a:xfrm>
          <a:prstGeom prst="roundRect">
            <a:avLst>
              <a:gd name="adj" fmla="val 125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3246120"/>
            <a:ext cx="26974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5"/>
                </a:solidFill>
              </a:rPr>
              <a:t>Jagalah kebersihan diri 🚿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3246120"/>
            <a:ext cx="2697480" cy="731520"/>
          </a:xfrm>
          <a:prstGeom prst="roundRect">
            <a:avLst>
              <a:gd name="adj" fmla="val 125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3246120"/>
            <a:ext cx="26974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5"/>
                </a:solidFill>
              </a:rPr>
              <a:t>Kenali bagian pribadi tubuhmu 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3246120"/>
            <a:ext cx="2697480" cy="731520"/>
          </a:xfrm>
          <a:prstGeom prst="roundRect">
            <a:avLst>
              <a:gd name="adj" fmla="val 125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3246120"/>
            <a:ext cx="26974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5"/>
                </a:solidFill>
              </a:rPr>
              <a:t>Jangan takut cerita jika ada yang salah 🗣️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1474F"/>
          </a:solidFill>
          <a:ln w="12700">
            <a:solidFill>
              <a:srgbClr val="01474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D166"/>
                </a:solidFill>
              </a:rPr>
              <a:t>SAFE-ABLE  •  SLB Negeri 1 Makassar  •  </a:t>
            </a:r>
            <a:r>
              <a:rPr lang="en-US" sz="1200">
                <a:solidFill>
                  <a:srgbClr val="FFD166"/>
                </a:solidFill>
              </a:rPr>
              <a:t>PKM-PM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673</Words>
  <Application>Microsoft Office PowerPoint</Application>
  <PresentationFormat>On-screen Show (16:9)</PresentationFormat>
  <Paragraphs>129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SAFE-ABLE: Edukasi Reproduksi &amp; Perlindungan Diri</dc:title>
  <dc:subject>PptxGenJS Presentation</dc:subject>
  <dc:creator>PptxGenJS</dc:creator>
  <cp:lastModifiedBy>ASUS RYZEN 3</cp:lastModifiedBy>
  <cp:revision>2</cp:revision>
  <dcterms:created xsi:type="dcterms:W3CDTF">2026-03-04T02:57:25Z</dcterms:created>
  <dcterms:modified xsi:type="dcterms:W3CDTF">2026-03-04T03:13:36Z</dcterms:modified>
</cp:coreProperties>
</file>