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5E8F">
              <a:alpha val="45000"/>
            </a:srgbClr>
          </a:solidFill>
          <a:ln w="12700">
            <a:solidFill>
              <a:srgbClr val="1B5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2926080" cy="2926080"/>
          </a:xfrm>
          <a:prstGeom prst="ellipse">
            <a:avLst/>
          </a:prstGeom>
          <a:solidFill>
            <a:srgbClr val="1B5E8F">
              <a:alpha val="45000"/>
            </a:srgbClr>
          </a:solidFill>
          <a:ln w="12700">
            <a:solidFill>
              <a:srgbClr val="1B5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457200"/>
            <a:ext cx="1645920" cy="1645920"/>
          </a:xfrm>
          <a:prstGeom prst="ellipse">
            <a:avLst/>
          </a:prstGeom>
          <a:solidFill>
            <a:srgbClr val="F5C842">
              <a:alpha val="55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4206240"/>
            <a:ext cx="1097280" cy="1097280"/>
          </a:xfrm>
          <a:prstGeom prst="ellipse">
            <a:avLst/>
          </a:prstGeom>
          <a:solidFill>
            <a:srgbClr val="1B8A8F">
              <a:alpha val="50000"/>
            </a:srgbClr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47472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340"/>
                </a:solidFill>
              </a:rPr>
              <a:t>SAFE-ABLE  •  PKM-PM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118872" cy="22860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8961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Reproduksi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16642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Manusia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580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C5E2"/>
                </a:solidFill>
              </a:rPr>
              <a:t>termasuk Pubertas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🌱 Pertumbuhan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30632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🔬 Organ Reproduksi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632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⚡ Pubertas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3063240"/>
            <a:ext cx="1965960" cy="384048"/>
          </a:xfrm>
          <a:prstGeom prst="roundRect">
            <a:avLst>
              <a:gd name="adj" fmla="val 2381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0632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🔄 Siklus Reproduksi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A1826"/>
          </a:solidFill>
          <a:ln w="12700">
            <a:solidFill>
              <a:srgbClr val="0A18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C842"/>
                </a:solidFill>
              </a:rPr>
              <a:t>SLB Negeri 1 Makassar  •  Materi Edukasi Adaptif untuk Siswa Disabilitas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🗺️  Apa Saja yang Akan Kita Pelajari?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73152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16152"/>
            <a:ext cx="384048" cy="38404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🌱 Apa itu Reproduksi?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Pengertian dan tujuan reproduksi pada manusia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216152"/>
            <a:ext cx="384048" cy="384048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7328" y="12161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⚡ Apa itu Pubertas?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Masa peralihan dari anak-anak menjadi dewasa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27432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216152"/>
            <a:ext cx="384048" cy="38404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93408" y="12161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👦👧 Perubahan Pubertas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64592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Perubahan fisik &amp; emosi pada laki-laki dan perempuan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51760"/>
            <a:ext cx="2743200" cy="73152"/>
          </a:xfrm>
          <a:prstGeom prst="rect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816352"/>
            <a:ext cx="384048" cy="384048"/>
          </a:xfrm>
          <a:prstGeom prst="ellipse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28163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🔬 Organ Reproduksi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" y="324612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Mengenal organ reproduksi laki-laki dan perempuan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651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651760"/>
            <a:ext cx="2743200" cy="73152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816352"/>
            <a:ext cx="384048" cy="384048"/>
          </a:xfrm>
          <a:prstGeom prst="ellipse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67328" y="28163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🌸 Siklus Menstruasi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324612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Memahami siklus haid dan cara merawat diri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651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651760"/>
            <a:ext cx="274320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2816352"/>
            <a:ext cx="384048" cy="38404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93408" y="28163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💡 Menjaga Kesehatan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324612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Tips merawat kesehatan reproduksi sehari-hari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🌱  Apa itu Reproduksi?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1280160"/>
          </a:xfrm>
          <a:prstGeom prst="rect">
            <a:avLst/>
          </a:prstGeom>
          <a:solidFill>
            <a:srgbClr val="D4F0F2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8A8F"/>
                </a:solidFill>
              </a:rPr>
              <a:t>📖  Definisi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A"/>
                </a:solidFill>
              </a:rPr>
              <a:t>Reproduksi adalah proses menghasilkan keturunan (anak) agar manusia tidak punah. Setiap manusia lahir dari proses reproduksi.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1188720" cy="1188720"/>
          </a:xfrm>
          <a:prstGeom prst="ellipse">
            <a:avLst/>
          </a:prstGeom>
          <a:solidFill>
            <a:srgbClr val="D4F0F2"/>
          </a:solidFill>
          <a:ln w="25400">
            <a:solidFill>
              <a:srgbClr val="1B8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👶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406640" y="1005840"/>
            <a:ext cx="1188720" cy="1188720"/>
          </a:xfrm>
          <a:prstGeom prst="ellipse">
            <a:avLst/>
          </a:prstGeom>
          <a:solidFill>
            <a:srgbClr val="D4F0F2"/>
          </a:solidFill>
          <a:ln w="25400">
            <a:solidFill>
              <a:srgbClr val="1B8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👨‍👩‍👧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A"/>
                </a:solidFill>
              </a:rPr>
              <a:t>Bayi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6A"/>
                </a:solidFill>
              </a:rPr>
              <a:t>Keluarga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87552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Melanjutkan Kehidupan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27355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A"/>
                </a:solidFill>
              </a:rPr>
              <a:t>Tanpa reproduksi, manusia akan punah dari bumi. Reproduksi memastikan kehidupan terus berlanjut.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👨‍👩‍👧‍👦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13632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Membentuk Keluarga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27355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A"/>
                </a:solidFill>
              </a:rPr>
              <a:t>Dari proses reproduksi, lahirlah anak-anak yang membentuk keluarga dan masyarakat.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39712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Proses Alami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273552"/>
            <a:ext cx="2578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A"/>
                </a:solidFill>
              </a:rPr>
              <a:t>Reproduksi adalah proses ALAMI yang terjadi pada semua makhluk hidup, termasuk manusia.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4F0F2"/>
          </a:solidFill>
          <a:ln w="12700">
            <a:solidFill>
              <a:srgbClr val="D4F0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B8A8F"/>
                </a:solidFill>
              </a:rPr>
              <a:t>💡 Reproduksi terjadi ketika sel telur (ovum) bertemu dengan sel sperma dan berkembang menjadi bayi.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⚡  Apa itu Pubertas?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FDE8E3"/>
          </a:solidFill>
          <a:ln w="254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A"/>
                </a:solidFill>
              </a:rPr>
              <a:t>📖 Pubertas adalah masa ketika tubuh anak-anak mulai berubah menjadi tubuh dewasa. Perubahan ini terjadi karena hormon di dalam tubuh mulai bekerja.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109728"/>
          </a:xfrm>
          <a:prstGeom prst="rect">
            <a:avLst/>
          </a:prstGeom>
          <a:solidFill>
            <a:srgbClr val="CDD2D7"/>
          </a:solidFill>
          <a:ln w="12700">
            <a:solidFill>
              <a:srgbClr val="CDD2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84832"/>
            <a:ext cx="1463040" cy="731520"/>
          </a:xfrm>
          <a:prstGeom prst="rect">
            <a:avLst/>
          </a:prstGeom>
          <a:solidFill>
            <a:srgbClr val="AED6F1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305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Bayi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(0–2 thn)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2084832"/>
            <a:ext cx="1463040" cy="731520"/>
          </a:xfrm>
          <a:prstGeom prst="rect">
            <a:avLst/>
          </a:prstGeom>
          <a:solidFill>
            <a:srgbClr val="A9DFB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21305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5740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Anak-anak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(3–9 thn)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993392"/>
            <a:ext cx="1463040" cy="914400"/>
          </a:xfrm>
          <a:prstGeom prst="rect">
            <a:avLst/>
          </a:prstGeom>
          <a:solidFill>
            <a:srgbClr val="F5C842"/>
          </a:solidFill>
          <a:ln w="25400">
            <a:solidFill>
              <a:srgbClr val="E05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20391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49040" y="2450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A"/>
                </a:solidFill>
              </a:rPr>
              <a:t>PUBERTAS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E3A"/>
                </a:solidFill>
              </a:rPr>
              <a:t>(10–18 thn)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2084832"/>
            <a:ext cx="1463040" cy="731520"/>
          </a:xfrm>
          <a:prstGeom prst="rect">
            <a:avLst/>
          </a:prstGeom>
          <a:solidFill>
            <a:srgbClr val="F9E79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21305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Remaja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(18–25 thn)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0" y="2084832"/>
            <a:ext cx="1463040" cy="731520"/>
          </a:xfrm>
          <a:prstGeom prst="rect">
            <a:avLst/>
          </a:prstGeom>
          <a:solidFill>
            <a:srgbClr val="D7DBDD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21305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Dewasa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(25+ thn)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246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246120"/>
            <a:ext cx="91440" cy="1005840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273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👧 Perempuan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518A"/>
                </a:solidFill>
              </a:rPr>
              <a:t>Mulai sekitar usia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518A"/>
                </a:solidFill>
              </a:rPr>
              <a:t>8 – 13 tahun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3246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0" y="3246120"/>
            <a:ext cx="91440" cy="100584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3273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👦 Laki-laki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393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8A8F"/>
                </a:solidFill>
              </a:rPr>
              <a:t>Mulai sekitar usia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8A8F"/>
                </a:solidFill>
              </a:rPr>
              <a:t>9 – 14 tahun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2461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46120"/>
            <a:ext cx="91440" cy="10058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273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⏱️ Berlangsung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</a:rPr>
              <a:t>Sekitar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</a:rPr>
              <a:t>2 – 5 tahun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DE8E3"/>
          </a:solidFill>
          <a:ln w="12700">
            <a:solidFill>
              <a:srgbClr val="FDE8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3A"/>
                </a:solidFill>
              </a:rPr>
              <a:t>✅ Pubertas adalah hal yang NORMAL dan SEHAT — setiap orang akan mengalaminya!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👦  Perubahan Pubertas pada Laki-laki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2560320"/>
          </a:xfrm>
          <a:prstGeom prst="ellipse">
            <a:avLst/>
          </a:prstGeom>
          <a:solidFill>
            <a:srgbClr val="D4F0F2"/>
          </a:solidFill>
          <a:ln w="25400">
            <a:solidFill>
              <a:srgbClr val="1B8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👦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560320" y="10241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24128"/>
            <a:ext cx="73152" cy="65836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0241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024128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Suara menjadi berat &amp; besar ('pecah')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77393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773936"/>
            <a:ext cx="73152" cy="65836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7739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1773936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Tumbuh rambut di ketiak, wajah (kumis &amp; jenggot), dan area intim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252374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2523744"/>
            <a:ext cx="73152" cy="65836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2523744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Otot tumbuh lebih besar &amp; bahu melebar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32735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3273552"/>
            <a:ext cx="73152" cy="65836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32735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0" y="3273552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Tubuh tumbuh lebih tinggi dengan cepat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10241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1024128"/>
            <a:ext cx="73152" cy="65836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0241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1024128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Jakun muncul di tenggorokan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177393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773936"/>
            <a:ext cx="73152" cy="65836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0448" y="17739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1773936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Mungkin mengalami mimpi basah (ejakulasi saat tidur) — ini normal!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252374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523744"/>
            <a:ext cx="73152" cy="65836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😣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2523744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Jerawat bisa muncul di wajah dan punggung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32735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3273552"/>
            <a:ext cx="73152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2735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💭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0" y="3273552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Muncul ketertarikan terhadap lawan jenis — perasaan ini wajar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4F0F2"/>
          </a:solidFill>
          <a:ln w="12700">
            <a:solidFill>
              <a:srgbClr val="D4F0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8F"/>
                </a:solidFill>
              </a:rPr>
              <a:t>⭐ Semua perubahan ini adalah tanda tubuhmu tumbuh sehat dan normal!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👧  Perubahan Pubertas pada Perempuan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2560320"/>
          </a:xfrm>
          <a:prstGeom prst="ellipse">
            <a:avLst/>
          </a:prstGeom>
          <a:solidFill>
            <a:srgbClr val="FCEAF4"/>
          </a:solidFill>
          <a:ln w="25400">
            <a:solidFill>
              <a:srgbClr val="D651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👧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560320" y="10241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024128"/>
            <a:ext cx="73152" cy="65836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0048" y="10241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024128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Payudara mulai tumbuh dan berkembang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77393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773936"/>
            <a:ext cx="73152" cy="65836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7739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1773936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Tubuh tumbuh lebih tinggi dengan cepat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252374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2523744"/>
            <a:ext cx="73152" cy="65836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2523744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Pinggul melebar — mempersiapkan tubuh untuk kehamilan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32735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0" y="3273552"/>
            <a:ext cx="73152" cy="65836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0048" y="32735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0" y="3273552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Menstruasi (haid) pertama kali datang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10241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1024128"/>
            <a:ext cx="73152" cy="65836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0241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1024128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Tumbuh rambut di ketiak dan area intim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177393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773936"/>
            <a:ext cx="73152" cy="65836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0448" y="17739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1773936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Jerawat bisa muncul di wajah dan punggung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252374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523744"/>
            <a:ext cx="73152" cy="65836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25237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2523744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Kulit dan rambut mungkin lebih berminyak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760720" y="32735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60720" y="3273552"/>
            <a:ext cx="73152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2735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💭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0" y="3273552"/>
            <a:ext cx="23042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A"/>
                </a:solidFill>
              </a:rPr>
              <a:t>Perasaan suka terhadap seseorang adalah hal yang wajar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518A"/>
                </a:solidFill>
              </a:rPr>
              <a:t>⭐ Semua perubahan ini adalah tanda tubuhmu tumbuh sehat dan normal!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💜  Perubahan Emosi saat Pubertas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EDE4F7"/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A"/>
                </a:solidFill>
              </a:rPr>
              <a:t>Selain perubahan fisik, pubertas juga membuat PERASAAN dan EMOSI berubah. Ini wajar dan dialami semua orang!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2743200" cy="54864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Lebih Mudah Marah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Kadang terasa lebih sensitif dan mudah tersinggung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3A"/>
                </a:solidFill>
              </a:rPr>
              <a:t>💡 Tarik napas dalam-dalam sebelum bereaksi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83080"/>
            <a:ext cx="2743200" cy="5486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Lebih Sering Khawatir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Muncul perasaan cemas tentang penampilan atau diterima teman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2A"/>
                </a:solidFill>
              </a:rPr>
              <a:t>💡 Ceritakan perasaanmu ke orang terpercaya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783080"/>
            <a:ext cx="2743200" cy="54864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Kadang Merasa Sedih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240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Mood bisa berubah-ubah dengan cepat tanpa alasan jelas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8A8F"/>
                </a:solidFill>
              </a:rPr>
              <a:t>💡 Lakukan aktivitas yang kamu suka untuk memperbaiki suasana hati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08960"/>
            <a:ext cx="2743200" cy="54864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Suka pada Seseorang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Mungkin mulai tertarik pada teman atau seseorang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518A"/>
                </a:solidFill>
              </a:rPr>
              <a:t>💡 Perasaan ini wajar — namun jaga diri tetap aman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1089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79476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Ingin Lebih Mandiri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Ingin dianggap dewasa dan membuat keputusan sendiri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5EA7"/>
                </a:solidFill>
              </a:rPr>
              <a:t>💡 Bicarakan dengan orang tua agar bisa diberi kepercayaan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1089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108960"/>
            <a:ext cx="2743200" cy="54864"/>
          </a:xfrm>
          <a:prstGeom prst="rect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2084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Lebih Percaya Diri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566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Mulai mengenali jati diri dan bakat yang dimiliki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B6A"/>
                </a:solidFill>
              </a:rPr>
              <a:t>💡 Kembangkan minat dan bakatmu!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🔬  Organ Reproduksi Laki-laki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3246120"/>
          </a:xfrm>
          <a:prstGeom prst="rect">
            <a:avLst/>
          </a:prstGeom>
          <a:solidFill>
            <a:srgbClr val="D4F0F2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🧬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5A6A"/>
                </a:solidFill>
              </a:rPr>
              <a:t>Ilustrasi Organ Reproduksi Laki-laki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4480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51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🔵 Testis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Sepasang organ berbentuk bulat. Menghasilkan sel sperma dan hormon testosteron.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64208"/>
            <a:ext cx="4480560" cy="585216"/>
          </a:xfrm>
          <a:prstGeom prst="rect">
            <a:avLst/>
          </a:prstGeom>
          <a:solidFill>
            <a:srgbClr val="F0F8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099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🟡 Epididimis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1956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Tempat penyimpanan dan pematangan sel sperma setelah diproduksi testis.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2322576"/>
            <a:ext cx="4480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3682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🟠 Vas Deferens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615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Saluran panjang yang membawa sperma dari testis menuju luar tubuh.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2980944"/>
            <a:ext cx="4480560" cy="585216"/>
          </a:xfrm>
          <a:prstGeom prst="rect">
            <a:avLst/>
          </a:prstGeom>
          <a:solidFill>
            <a:srgbClr val="F0F8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0266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🟢 Penis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273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Organ luar yang berfungsi mengeluarkan sperma dan urine (air kencing).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639312"/>
            <a:ext cx="4480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6850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🔴 Kelenjar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931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Menghasilkan cairan yang bercampur sperma membentuk air mani (semen).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4F0F2"/>
          </a:solidFill>
          <a:ln w="12700">
            <a:solidFill>
              <a:srgbClr val="D4F0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8A8F"/>
                </a:solidFill>
              </a:rPr>
              <a:t>🔑 Organ reproduksi adalah bagian tubuh yang SANGAT PRIBADI dan harus dijaga dengan baik.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🔬  Organ Reproduksi Perempuan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3246120"/>
          </a:xfrm>
          <a:prstGeom prst="rect">
            <a:avLst/>
          </a:prstGeom>
          <a:solidFill>
            <a:srgbClr val="FCEAF4"/>
          </a:solidFill>
          <a:ln w="25400">
            <a:solidFill>
              <a:srgbClr val="D651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🧬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5A6A"/>
                </a:solidFill>
              </a:rPr>
              <a:t>Ilustrasi Organ Reproduksi Perempuan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4480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51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🔵 Ovarium (Indung Telur)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298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Sepasang organ yang menghasilkan sel telur (ovum) dan hormon estrogen &amp; progesteron.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64208"/>
            <a:ext cx="4480560" cy="585216"/>
          </a:xfrm>
          <a:prstGeom prst="rect">
            <a:avLst/>
          </a:prstGeom>
          <a:solidFill>
            <a:srgbClr val="FD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099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🟡 Tuba Falopi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1956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Saluran yang menghubungkan ovarium ke rahim. Tempat sel telur bergerak menuju rahim.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2322576"/>
            <a:ext cx="4480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3682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🟠 Rahim (Uterus)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615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Tempat bayi tumbuh dan berkembang selama kehamilan (sekitar 9 bulan).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2980944"/>
            <a:ext cx="4480560" cy="585216"/>
          </a:xfrm>
          <a:prstGeom prst="rect">
            <a:avLst/>
          </a:prstGeom>
          <a:solidFill>
            <a:srgbClr val="FD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0266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🟢 Serviks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273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Bagian bawah rahim yang menjadi jalan lahir bayi saat persalinan.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639312"/>
            <a:ext cx="44805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6850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🔴 Vagina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931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Saluran bagian luar yang mengeluarkan darah haid dan jalan lahir bayi.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518A"/>
                </a:solidFill>
              </a:rPr>
              <a:t>🔑 Organ reproduksi adalah bagian tubuh yang SANGAT PRIBADI dan harus dijaga dengan baik.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🔄  Bagaimana Bayi Terbentuk?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8229600" cy="914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508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651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103120"/>
            <a:ext cx="384048" cy="384048"/>
          </a:xfrm>
          <a:prstGeom prst="ellipse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🥚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518A"/>
                </a:solidFill>
              </a:rPr>
              <a:t>Sel Telur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08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8A8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2103120"/>
            <a:ext cx="384048" cy="38404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0241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🐟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11680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8F"/>
                </a:solidFill>
              </a:rPr>
              <a:t>Sel Sperma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1005840"/>
            <a:ext cx="1508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C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0248" y="2103120"/>
            <a:ext cx="384048" cy="384048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10241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703320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C3A"/>
                </a:solidFill>
              </a:rPr>
              <a:t>Pembuahan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1005840"/>
            <a:ext cx="1508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EA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61888" y="2103120"/>
            <a:ext cx="384048" cy="38404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10241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🫀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394960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</a:rPr>
              <a:t>Embrio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86600" y="1005840"/>
            <a:ext cx="15087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9B6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53528" y="2103120"/>
            <a:ext cx="384048" cy="384048"/>
          </a:xfrm>
          <a:prstGeom prst="ellipse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5352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10241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👶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086600" y="1719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B6A"/>
                </a:solidFill>
              </a:rPr>
              <a:t>Janin &amp; Bayi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1536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E4F0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20440" y="1536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E4F0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12080" y="1536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E4F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1536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E4F0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040" y="2651760"/>
            <a:ext cx="1508760" cy="1463040"/>
          </a:xfrm>
          <a:prstGeom prst="rect">
            <a:avLst/>
          </a:prstGeom>
          <a:solidFill>
            <a:srgbClr val="F8F9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2670048"/>
            <a:ext cx="13716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A"/>
                </a:solidFill>
              </a:rPr>
              <a:t>Ovarium perempuan melepaskan sel telur (ovum) setiap bulan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2651760"/>
            <a:ext cx="1508760" cy="1463040"/>
          </a:xfrm>
          <a:prstGeom prst="rect">
            <a:avLst/>
          </a:prstGeom>
          <a:solidFill>
            <a:srgbClr val="F8F9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2670048"/>
            <a:ext cx="13716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A"/>
                </a:solidFill>
              </a:rPr>
              <a:t>Testis laki-laki menghasilkan jutaan sel sperma yang sangat kecil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03320" y="2651760"/>
            <a:ext cx="1508760" cy="1463040"/>
          </a:xfrm>
          <a:prstGeom prst="rect">
            <a:avLst/>
          </a:prstGeom>
          <a:solidFill>
            <a:srgbClr val="F8F9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76472" y="2670048"/>
            <a:ext cx="13716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A"/>
                </a:solidFill>
              </a:rPr>
              <a:t>Sel sperma bertemu sel telur di tuba falopi — inilah pembuahan (fertilisasi)!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2651760"/>
            <a:ext cx="1508760" cy="1463040"/>
          </a:xfrm>
          <a:prstGeom prst="rect">
            <a:avLst/>
          </a:prstGeom>
          <a:solidFill>
            <a:srgbClr val="F8F9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2670048"/>
            <a:ext cx="13716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A"/>
                </a:solidFill>
              </a:rPr>
              <a:t>Sel yang sudah dibuahi berkembang menjadi embrio dan menempel di rahim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86600" y="2651760"/>
            <a:ext cx="1508760" cy="1463040"/>
          </a:xfrm>
          <a:prstGeom prst="rect">
            <a:avLst/>
          </a:prstGeom>
          <a:solidFill>
            <a:srgbClr val="F8F9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9752" y="2670048"/>
            <a:ext cx="137160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A"/>
                </a:solidFill>
              </a:rPr>
              <a:t>Setelah ±9 bulan dalam rahim, bayi lahir ke dunia!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💙 Setiap manusia di bumi ini lahir melalui proses yang luar biasa ini. Kamu sangat istimewa!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🌸  Siklus Menstruasi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3200400"/>
          </a:xfrm>
          <a:prstGeom prst="ellipse">
            <a:avLst/>
          </a:prstGeom>
          <a:solidFill>
            <a:srgbClr val="FCEAF4"/>
          </a:solidFill>
          <a:ln w="38100">
            <a:solidFill>
              <a:srgbClr val="D65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518A"/>
                </a:solidFill>
              </a:rPr>
              <a:t>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6518A"/>
                </a:solidFill>
              </a:rPr>
              <a:t>28 Hari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6518A"/>
                </a:solidFill>
              </a:rPr>
              <a:t>Siklus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31920" y="1005840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0" y="1005840"/>
            <a:ext cx="91440" cy="74980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1097280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097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Hari 1–5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8348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🩸 Menstruasi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Dinding rahim luruh. Darah haid keluar. Mungkin terasa kram/nyeri di perut.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856232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1856232"/>
            <a:ext cx="91440" cy="7498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1947672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947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Hari 6–13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83480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🌱 Pra-Ovulasi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2267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Tubuh mempersiapkan sel telur baru. Hormon estrogen meningkat.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2706624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2706624"/>
            <a:ext cx="91440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2798064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2798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Hari 14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83480" y="2752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🥚 Ovulasi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69080" y="3118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Sel telur dilepaskan dari ovarium. Inilah masa paling subur.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31920" y="3557016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3557016"/>
            <a:ext cx="91440" cy="7498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3648456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3648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Hari 15–28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36027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A"/>
                </a:solidFill>
              </a:rPr>
              <a:t>🏠 Pasca-Ovulasi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69080" y="39684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A"/>
                </a:solidFill>
              </a:rPr>
              <a:t>Rahim bersiap menerima sel telur. Jika tidak dibuahi, siklus dimulai lagi.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FCEAF4"/>
          </a:solidFill>
          <a:ln w="12700">
            <a:solidFill>
              <a:srgbClr val="FCEA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07408"/>
            <a:ext cx="859536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518A"/>
                </a:solidFill>
              </a:rPr>
              <a:t>💡 Siklus normal berlangsung 21–35 hari. Jika ada keluhan, ceritakan ke orang tua atau dokter!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💚  Menjaga Kesehatan Reproduksi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2743200" cy="64008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9576"/>
            <a:ext cx="566928" cy="56692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9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🚿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1795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Mandi Setiap Hari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1965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Bersihkan seluruh tubuh termasuk organ intim dengan air bersih menggunakan sabun yang lembut.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24128"/>
            <a:ext cx="2743200" cy="64008"/>
          </a:xfrm>
          <a:prstGeom prst="rect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79576"/>
            <a:ext cx="566928" cy="566928"/>
          </a:xfrm>
          <a:prstGeom prst="ellipse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79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50208" y="11795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Ganti Pakaian Dalam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81965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Ganti pakaian dalam setiap hari dan pastikan dalam kondisi bersih dan kering.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24128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24128"/>
            <a:ext cx="2743200" cy="64008"/>
          </a:xfrm>
          <a:prstGeom prst="rect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179576"/>
            <a:ext cx="566928" cy="566928"/>
          </a:xfrm>
          <a:prstGeom prst="ellipse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179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76288" y="11795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Gunakan Pembalut Bersih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81965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Saat menstruasi, ganti pembalut setiap 4–6 jam agar tetap bersih dan bebas bakteri.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624328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24328"/>
            <a:ext cx="2743200" cy="640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79776"/>
            <a:ext cx="566928" cy="566928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4128" y="2779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Makan Bergizi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41985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Makan sayur, buah, dan protein cukup untuk mendukung pertumbuhan &amp; kesehatan organ reproduksi.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624328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624328"/>
            <a:ext cx="2743200" cy="640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779776"/>
            <a:ext cx="566928" cy="56692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🏃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50208" y="2779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Olahraga Rutin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41985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Gerak aktif setiap hari membantu tubuh tumbuh sehat dan memperlancar siklus hormon.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624328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624328"/>
            <a:ext cx="2743200" cy="64008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2779776"/>
            <a:ext cx="566928" cy="566928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76288" y="27797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A"/>
                </a:solidFill>
              </a:rPr>
              <a:t>Periksa ke Dokter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341985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A"/>
                </a:solidFill>
              </a:rPr>
              <a:t>Jika ada rasa nyeri, gatal, atau tidak normal di organ intim, segera ceritakan ke orang tua dan dokter.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474720" cy="3474720"/>
          </a:xfrm>
          <a:prstGeom prst="ellipse">
            <a:avLst/>
          </a:prstGeom>
          <a:solidFill>
            <a:srgbClr val="1B5E8F">
              <a:alpha val="40000"/>
            </a:srgbClr>
          </a:solidFill>
          <a:ln w="12700">
            <a:solidFill>
              <a:srgbClr val="1B5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B5E8F">
              <a:alpha val="40000"/>
            </a:srgbClr>
          </a:solidFill>
          <a:ln w="12700">
            <a:solidFill>
              <a:srgbClr val="1B5E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</a:rPr>
              <a:t>🌟  Ingat Selalu!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6126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15568"/>
            <a:ext cx="457200" cy="45720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1078992"/>
            <a:ext cx="7040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Pubertas adalah proses NORMAL yang dialami semua orang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7863840" cy="6126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19656"/>
            <a:ext cx="457200" cy="457200"/>
          </a:xfrm>
          <a:prstGeom prst="ellipse">
            <a:avLst/>
          </a:prstGeom>
          <a:solidFill>
            <a:srgbClr val="9EC5E2"/>
          </a:solidFill>
          <a:ln w="12700">
            <a:solidFill>
              <a:srgbClr val="9EC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1783080"/>
            <a:ext cx="7040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Perubahan fisik terjadi karena hormon bekerja di tubuhmu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7863840" cy="6126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523744"/>
            <a:ext cx="457200" cy="457200"/>
          </a:xfrm>
          <a:prstGeom prst="ellipse">
            <a:avLst/>
          </a:prstGeom>
          <a:solidFill>
            <a:srgbClr val="D6518A"/>
          </a:solidFill>
          <a:ln w="12700">
            <a:solidFill>
              <a:srgbClr val="D651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98448" y="2487168"/>
            <a:ext cx="7040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Menstruasi adalah tanda sehat — bukan penyakit!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163824"/>
            <a:ext cx="7863840" cy="6126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227832"/>
            <a:ext cx="457200" cy="457200"/>
          </a:xfrm>
          <a:prstGeom prst="ellipse">
            <a:avLst/>
          </a:prstGeom>
          <a:solidFill>
            <a:srgbClr val="2E9B6A"/>
          </a:solidFill>
          <a:ln w="12700">
            <a:solidFill>
              <a:srgbClr val="2E9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8448" y="3191256"/>
            <a:ext cx="704088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Jaga kebersihan organ reproduksi setiap hari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931920"/>
            <a:ext cx="7315200" cy="566928"/>
          </a:xfrm>
          <a:prstGeom prst="roundRect">
            <a:avLst>
              <a:gd name="adj" fmla="val 19355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931920"/>
            <a:ext cx="7315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340"/>
                </a:solidFill>
              </a:rPr>
              <a:t>💬 Selalu tanya dan cerita ke orang tua atau guru jika ada yang tidak kamu mengerti!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0A1826"/>
          </a:solidFill>
          <a:ln w="12700">
            <a:solidFill>
              <a:srgbClr val="0A18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</a:rPr>
              <a:t>SAFE-ABLE  •  Reproduksi Manusia &amp; Pubertas  •  SLB Negeri 1 Makassar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Reproduksi Manusia &amp; Pubertas – SAFE-ABLE</dc:title>
  <dc:subject>PptxGenJS Presentation</dc:subject>
  <dc:creator>PptxGenJS</dc:creator>
  <cp:lastModifiedBy>PptxGenJS</cp:lastModifiedBy>
  <cp:revision>1</cp:revision>
  <dcterms:created xsi:type="dcterms:W3CDTF">2026-03-04T03:18:11Z</dcterms:created>
  <dcterms:modified xsi:type="dcterms:W3CDTF">2026-03-04T03:18:11Z</dcterms:modified>
</cp:coreProperties>
</file>