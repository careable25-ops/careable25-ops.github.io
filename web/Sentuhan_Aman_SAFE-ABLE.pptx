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254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017520"/>
            <a:ext cx="3200400" cy="3200400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011680" cy="2011680"/>
          </a:xfrm>
          <a:prstGeom prst="ellipse">
            <a:avLst/>
          </a:prstGeom>
          <a:solidFill>
            <a:srgbClr val="F9A825">
              <a:alpha val="45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47472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35"/>
                </a:solidFill>
              </a:rPr>
              <a:t>SAFE-ABLE  •  Materi 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09728" cy="822960"/>
          </a:xfrm>
          <a:prstGeom prst="rect">
            <a:avLst/>
          </a:prstGeom>
          <a:solidFill>
            <a:srgbClr val="1A9E5C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89611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Sentuhan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9A825"/>
                </a:solidFill>
              </a:rPr>
              <a:t>Aman &amp; Tidak Aman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2D8E0"/>
                </a:solidFill>
              </a:rPr>
              <a:t>Belajar mengenali sentuhan yang baik dan sentuhan yang harus dihindari 🛡️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3017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✅  vs  ❌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01474F"/>
          </a:solidFill>
          <a:ln w="12700">
            <a:solidFill>
              <a:srgbClr val="0147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A825"/>
                </a:solidFill>
              </a:rPr>
              <a:t>SLB Negeri 1 Makassar  •  Program SAFE-ABLE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🤔  Apa Itu Sentuhan?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E3F2FD"/>
          </a:solidFill>
          <a:ln w="25400">
            <a:solidFill>
              <a:srgbClr val="0277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E35"/>
                </a:solidFill>
              </a:rPr>
              <a:t>Sentuhan adalah ketika seseorang menyentuh tubuh kita.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2E35"/>
                </a:solidFill>
              </a:rPr>
              <a:t>Ada sentuhan yang AMAN 💚 dan sentuhan yang TIDAK AMAN ❤️‍🔥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3931920" cy="1828800"/>
          </a:xfrm>
          <a:prstGeom prst="rect">
            <a:avLst/>
          </a:prstGeom>
          <a:solidFill>
            <a:srgbClr val="E8F8F0"/>
          </a:solidFill>
          <a:ln w="25400">
            <a:solidFill>
              <a:srgbClr val="1A9E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240280"/>
            <a:ext cx="3931920" cy="502920"/>
          </a:xfrm>
          <a:prstGeom prst="rect">
            <a:avLst/>
          </a:prstGeom>
          <a:solidFill>
            <a:srgbClr val="1A9E5C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 Sentuhan AMAN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749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</a:rPr>
              <a:t>Sentuhan yang membuat kita merasa NYAMAN, AMAN, dan BAHAGIA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240280"/>
            <a:ext cx="4023360" cy="1828800"/>
          </a:xfrm>
          <a:prstGeom prst="rect">
            <a:avLst/>
          </a:prstGeom>
          <a:solidFill>
            <a:srgbClr val="FDE8E8"/>
          </a:solidFill>
          <a:ln w="25400">
            <a:solidFill>
              <a:srgbClr val="D630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240280"/>
            <a:ext cx="4023360" cy="50292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40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❌  Sentuhan TIDAK AMAN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788920"/>
            <a:ext cx="3749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</a:rPr>
              <a:t>Sentuhan yang membuat kita merasa TAKUT, TIDAK NYAMAN, atau MALU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FFFDE7"/>
          </a:solidFill>
          <a:ln w="12700">
            <a:solidFill>
              <a:srgbClr val="FFFD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A00"/>
                </a:solidFill>
              </a:rPr>
              <a:t>💡 Perasaanmu adalah petunjuk penting! Jika kamu merasa tidak nyaman, itu tanda bahaya.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9E5C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✅  Sentuhan AMAN — Contoh 1 &amp;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69080" cy="3749040"/>
          </a:xfrm>
          <a:prstGeom prst="rect">
            <a:avLst/>
          </a:prstGeom>
          <a:solidFill>
            <a:srgbClr val="E8F8F0"/>
          </a:solidFill>
          <a:ln w="25400">
            <a:solidFill>
              <a:srgbClr val="1A9E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005840"/>
            <a:ext cx="379476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566160"/>
            <a:ext cx="4069080" cy="1143000"/>
          </a:xfrm>
          <a:prstGeom prst="rect">
            <a:avLst/>
          </a:prstGeom>
          <a:solidFill>
            <a:srgbClr val="1A9E5C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566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Pelukan Orang Tua 🤗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395020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FE8"/>
                </a:solidFill>
              </a:rPr>
              <a:t>Pelukan dari Ayah, Ibu, atau keluarga yang kita cintai adalah sentuhan aman dan penuh kasih sayang.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960120"/>
            <a:ext cx="4069080" cy="3749040"/>
          </a:xfrm>
          <a:prstGeom prst="rect">
            <a:avLst/>
          </a:prstGeom>
          <a:solidFill>
            <a:srgbClr val="E8F8F0"/>
          </a:solidFill>
          <a:ln w="25400">
            <a:solidFill>
              <a:srgbClr val="1A9E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37760" y="1005840"/>
            <a:ext cx="3794760" cy="2560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00600" y="3566160"/>
            <a:ext cx="4069080" cy="1143000"/>
          </a:xfrm>
          <a:prstGeom prst="rect">
            <a:avLst/>
          </a:prstGeom>
          <a:solidFill>
            <a:srgbClr val="1A9E5C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3566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Tepukan Bahu dari Guru ✅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92040" y="395020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FE8"/>
                </a:solidFill>
              </a:rPr>
              <a:t>Tepukan pelan di bahu dari guru sebagai tanda semangat adalah sentuhan yang aman dan sopan.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9E5C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✅  Sentuhan AMAN — Contoh 3 &amp; 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69080" cy="3749040"/>
          </a:xfrm>
          <a:prstGeom prst="rect">
            <a:avLst/>
          </a:prstGeom>
          <a:solidFill>
            <a:srgbClr val="E8F8F0"/>
          </a:solidFill>
          <a:ln w="25400">
            <a:solidFill>
              <a:srgbClr val="1A9E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005840"/>
            <a:ext cx="379476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566160"/>
            <a:ext cx="4069080" cy="1143000"/>
          </a:xfrm>
          <a:prstGeom prst="rect">
            <a:avLst/>
          </a:prstGeom>
          <a:solidFill>
            <a:srgbClr val="1A9E5C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566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Berpegangan Tangan Teman 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395020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FE8"/>
                </a:solidFill>
              </a:rPr>
              <a:t>Memegang tangan teman saat bermain atau berjalan bersama adalah sentuhan aman antara teman.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960120"/>
            <a:ext cx="4069080" cy="3749040"/>
          </a:xfrm>
          <a:prstGeom prst="rect">
            <a:avLst/>
          </a:prstGeom>
          <a:solidFill>
            <a:srgbClr val="E8F8F0"/>
          </a:solidFill>
          <a:ln w="25400">
            <a:solidFill>
              <a:srgbClr val="1A9E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37760" y="1005840"/>
            <a:ext cx="3794760" cy="2560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00600" y="3566160"/>
            <a:ext cx="4069080" cy="1143000"/>
          </a:xfrm>
          <a:prstGeom prst="rect">
            <a:avLst/>
          </a:prstGeom>
          <a:solidFill>
            <a:srgbClr val="1A9E5C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3566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Pemeriksaan Dokter/Perawat 🏥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92040" y="395020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FE8"/>
                </a:solidFill>
              </a:rPr>
              <a:t>Dokter atau perawat memeriksa tubuh kita untuk menjaga kesehatan. Ini aman jika ada orang tua yang menemani.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❌  Sentuhan TIDAK AMAN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FFF8E1"/>
          </a:solidFill>
          <a:ln w="254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2E35"/>
                </a:solidFill>
              </a:rPr>
              <a:t>⚠️  Sentuhan TIDAK AMAN adalah sentuhan yang membuat kamu merasa: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A2E35"/>
                </a:solidFill>
              </a:rPr>
              <a:t>Takut 😨  •  Malu 😳  •  Tidak Nyaman 😣  •  Kesakitan 😭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3977640" cy="1188720"/>
          </a:xfrm>
          <a:prstGeom prst="rect">
            <a:avLst/>
          </a:prstGeom>
          <a:solidFill>
            <a:srgbClr val="FDE8E8"/>
          </a:solidFill>
          <a:ln w="19050">
            <a:solidFill>
              <a:srgbClr val="D630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3977640" cy="7315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0116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🚫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3031"/>
                </a:solidFill>
              </a:rPr>
              <a:t>Disentuh di Bagian Pribadi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7744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Bagian yang ditutupi pakaian dalam adalah PRIBADI dan tidak boleh disentuh orang lain tanpa alasan medis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3977640" cy="1188720"/>
          </a:xfrm>
          <a:prstGeom prst="rect">
            <a:avLst/>
          </a:prstGeom>
          <a:solidFill>
            <a:srgbClr val="FDE8E8"/>
          </a:solidFill>
          <a:ln w="19050">
            <a:solidFill>
              <a:srgbClr val="D630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920240"/>
            <a:ext cx="3977640" cy="7315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0116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94960" y="2011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3031"/>
                </a:solidFill>
              </a:rPr>
              <a:t>Dipaksa untuk Dipeluk/Dicium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237744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Jika kamu tidak mau dipeluk atau dicium, kamu berhak menolak — bahkan dari orang yang kamu kenal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3977640" cy="1188720"/>
          </a:xfrm>
          <a:prstGeom prst="rect">
            <a:avLst/>
          </a:prstGeom>
          <a:solidFill>
            <a:srgbClr val="FDE8E8"/>
          </a:solidFill>
          <a:ln w="19050">
            <a:solidFill>
              <a:srgbClr val="D630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46120"/>
            <a:ext cx="3977640" cy="7315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3375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📵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097280" y="33375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3031"/>
                </a:solidFill>
              </a:rPr>
              <a:t>Diperlihatkan Gambar Buruk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70332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Orang yang menunjukkan gambar atau video tidak pantas adalah tanda bahaya yang harus dihindari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246120"/>
            <a:ext cx="3977640" cy="1188720"/>
          </a:xfrm>
          <a:prstGeom prst="rect">
            <a:avLst/>
          </a:prstGeom>
          <a:solidFill>
            <a:srgbClr val="FDE8E8"/>
          </a:solidFill>
          <a:ln w="19050">
            <a:solidFill>
              <a:srgbClr val="D630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246120"/>
            <a:ext cx="3977640" cy="7315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3375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✋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394960" y="33375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3031"/>
                </a:solidFill>
              </a:rPr>
              <a:t>Dipegang dengan Paksa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370332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</a:rPr>
              <a:t>Jika seseorang memegang atau menarikmu tanpa izin dan membuatmu tidak nyaman, itu tidak aman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3031"/>
                </a:solidFill>
              </a:rPr>
              <a:t>🔴 Jika hal ini terjadi padamu: BILANG TIDAK! lalu segera ceritakan ke orang dewasa yang kamu percaya!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❌  Sentuhan TIDAK AMAN — Contoh 1 &amp; 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69080" cy="3749040"/>
          </a:xfrm>
          <a:prstGeom prst="rect">
            <a:avLst/>
          </a:prstGeom>
          <a:solidFill>
            <a:srgbClr val="FDE8E8"/>
          </a:solidFill>
          <a:ln w="25400">
            <a:solidFill>
              <a:srgbClr val="D630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005840"/>
            <a:ext cx="379476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566160"/>
            <a:ext cx="4069080" cy="114300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566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Dipegang Orang Tak Dikenal ⚠️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65760" y="395020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0E0"/>
                </a:solidFill>
              </a:rPr>
              <a:t>Jika orang asing memegang atau menarikmu, langsung teriak TOLONG! dan lari ke tempat ramai.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960120"/>
            <a:ext cx="4069080" cy="3749040"/>
          </a:xfrm>
          <a:prstGeom prst="rect">
            <a:avLst/>
          </a:prstGeom>
          <a:solidFill>
            <a:srgbClr val="FDE8E8"/>
          </a:solidFill>
          <a:ln w="25400">
            <a:solidFill>
              <a:srgbClr val="D630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37760" y="1005840"/>
            <a:ext cx="3794760" cy="2560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00600" y="3566160"/>
            <a:ext cx="4069080" cy="114300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3566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Diperlihatkan Gambar/Video Buruk 📵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892040" y="395020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0E0"/>
                </a:solidFill>
              </a:rPr>
              <a:t>Jika seseorang menunjukkan gambar/video yang membuat tidak nyaman, tolak dan ceritakan ke orang tua atau guru.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❌  Sentuhan TIDAK AMAN — Contoh 3 &amp; 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69080" cy="3749040"/>
          </a:xfrm>
          <a:prstGeom prst="rect">
            <a:avLst/>
          </a:prstGeom>
          <a:solidFill>
            <a:srgbClr val="FDE8E8"/>
          </a:solidFill>
          <a:ln w="25400">
            <a:solidFill>
              <a:srgbClr val="D630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005840"/>
            <a:ext cx="379476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566160"/>
            <a:ext cx="4069080" cy="114300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566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Disentuh di Bagian Pribadi 🚫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65760" y="395020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0E0"/>
                </a:solidFill>
              </a:rPr>
              <a:t>Bagian pribadi tubuhmu TIDAK BOLEH disentuh siapa pun. Ini TIDAK PERNAH boleh terjadi!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960120"/>
            <a:ext cx="4069080" cy="3749040"/>
          </a:xfrm>
          <a:prstGeom prst="rect">
            <a:avLst/>
          </a:prstGeom>
          <a:solidFill>
            <a:srgbClr val="FDE8E8"/>
          </a:solidFill>
          <a:ln w="25400">
            <a:solidFill>
              <a:srgbClr val="D630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37760" y="1005840"/>
            <a:ext cx="3794760" cy="2560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00600" y="3566160"/>
            <a:ext cx="4069080" cy="114300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3566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Dipaksa Dipeluk/Dicium 😡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892040" y="395020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0E0"/>
                </a:solidFill>
              </a:rPr>
              <a:t>Kamu berhak menolak jika tidak ingin dipeluk atau dicium, bahkan oleh orang yang kamu kenal.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🛡️  Tubuhku Adalah Milikku!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868680"/>
            <a:ext cx="2194560" cy="2194560"/>
          </a:xfrm>
          <a:prstGeom prst="ellipse">
            <a:avLst/>
          </a:prstGeom>
          <a:solidFill>
            <a:srgbClr val="E3F2FD"/>
          </a:solidFill>
          <a:ln w="25400">
            <a:solidFill>
              <a:srgbClr val="0277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8686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👤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21031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21031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097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🙋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Tubuhku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milikku sendiri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1005840"/>
            <a:ext cx="21031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630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0" y="1005840"/>
            <a:ext cx="2103120" cy="7315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097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🚫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949440" y="169164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63031"/>
                </a:solidFill>
              </a:rPr>
              <a:t>Tidak ada yang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63031"/>
                </a:solidFill>
              </a:rPr>
              <a:t>berhak menyakiti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" y="2834640"/>
            <a:ext cx="21031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9E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834640"/>
            <a:ext cx="2103120" cy="73152"/>
          </a:xfrm>
          <a:prstGeom prst="rect">
            <a:avLst/>
          </a:prstGeom>
          <a:solidFill>
            <a:srgbClr val="1A9E5C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2926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🗣️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74320" y="352044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9E5C"/>
                </a:solidFill>
              </a:rPr>
              <a:t>Aku boleh bilang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9E5C"/>
                </a:solidFill>
              </a:rPr>
              <a:t>TIDAK!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2834640"/>
            <a:ext cx="21031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2834640"/>
            <a:ext cx="2103120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926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49440" y="352044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1B9A"/>
                </a:solidFill>
              </a:rPr>
              <a:t>Aku boleh cerita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6A1B9A"/>
                </a:solidFill>
              </a:rPr>
              <a:t>je orang dewasa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0" y="1783080"/>
            <a:ext cx="11887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669280" y="1783080"/>
            <a:ext cx="1188720" cy="0"/>
          </a:xfrm>
          <a:prstGeom prst="line">
            <a:avLst/>
          </a:prstGeom>
          <a:noFill/>
          <a:ln w="25400">
            <a:solidFill>
              <a:srgbClr val="D6303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286000" y="3429000"/>
            <a:ext cx="1188720" cy="0"/>
          </a:xfrm>
          <a:prstGeom prst="line">
            <a:avLst/>
          </a:prstGeom>
          <a:noFill/>
          <a:ln w="25400">
            <a:solidFill>
              <a:srgbClr val="1A9E5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669280" y="3429000"/>
            <a:ext cx="1188720" cy="0"/>
          </a:xfrm>
          <a:prstGeom prst="line">
            <a:avLst/>
          </a:prstGeom>
          <a:noFill/>
          <a:ln w="25400">
            <a:solidFill>
              <a:srgbClr val="6A1B9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E8F8F0"/>
          </a:solidFill>
          <a:ln w="12700">
            <a:solidFill>
              <a:srgbClr val="E8F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9E5C"/>
                </a:solidFill>
              </a:rPr>
              <a:t>💚 Kamu berhak merasa AMAN dan nyaman. Tubuhmu adalah milikmu!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📢  Apa yang Harus Aku Lakukan?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3520" y="960120"/>
            <a:ext cx="35661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709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33272"/>
            <a:ext cx="658368" cy="658368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033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78992" y="1005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</a:rPr>
              <a:t>🛑  Bilang TIDAK!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8992" y="135331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</a:rPr>
              <a:t>Ucapkan dengan tegas: 'TIDAK! Saya tidak mau!' Suaramu penting!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874520"/>
            <a:ext cx="4709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1947672"/>
            <a:ext cx="658368" cy="6583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9476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78992" y="19202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</a:rPr>
              <a:t>🏃  Pergi dari Situ!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78992" y="226771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</a:rPr>
              <a:t>Segera tinggalkan tempat itu dan lari ke tempat yang aman &amp; ramai.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2788920"/>
            <a:ext cx="4709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2862072"/>
            <a:ext cx="658368" cy="6583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8620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078992" y="2834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</a:rPr>
              <a:t>📢  Teriak TOLONG!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78992" y="318211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</a:rPr>
              <a:t>Teriak 'TOLONG!' sekeras mungkin agar orang lain bisa membantumu.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3703320"/>
            <a:ext cx="47091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" y="3776472"/>
            <a:ext cx="658368" cy="65836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" y="3776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078992" y="3749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</a:rPr>
              <a:t>🗣️  Ceritakan!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78992" y="409651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</a:rPr>
              <a:t>Segera cerita ke orang tua, guru, atau orang dewasa yang kamu percaya.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</a:rPr>
              <a:t>💜 Ingat: Kamu TIDAK SALAH jika sesuatu yang buruk terjadi. Cerita itu tanda keberanian!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📋  Rangkuman: Aman vs Tidak Aman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502920"/>
          </a:xfrm>
          <a:prstGeom prst="rect">
            <a:avLst/>
          </a:prstGeom>
          <a:solidFill>
            <a:srgbClr val="1A9E5C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 SENTUHAN AMAN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023360" cy="502920"/>
          </a:xfrm>
          <a:prstGeom prst="rect">
            <a:avLst/>
          </a:prstGeom>
          <a:solidFill>
            <a:srgbClr val="E8F8F0"/>
          </a:solidFill>
          <a:ln w="12700">
            <a:solidFill>
              <a:srgbClr val="A8E6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</a:rPr>
              <a:t>🤗  Pelukan orang tua / keluarga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11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</a:rPr>
              <a:t>✋  Tepukan bahu dari guru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4023360" cy="502920"/>
          </a:xfrm>
          <a:prstGeom prst="rect">
            <a:avLst/>
          </a:prstGeom>
          <a:solidFill>
            <a:srgbClr val="E8F8F0"/>
          </a:solidFill>
          <a:ln w="12700">
            <a:solidFill>
              <a:srgbClr val="A8E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0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</a:rPr>
              <a:t>🤝  Berpegangan tangan teman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08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</a:rPr>
              <a:t>🏥  Periksa dokter dengan orang tua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4023360" cy="502920"/>
          </a:xfrm>
          <a:prstGeom prst="rect">
            <a:avLst/>
          </a:prstGeom>
          <a:solidFill>
            <a:srgbClr val="E8F8F0"/>
          </a:solidFill>
          <a:ln w="12700">
            <a:solidFill>
              <a:srgbClr val="A8E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57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</a:rPr>
              <a:t>👋  Jabat tangan/high-five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114800" cy="50292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960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❌  SENTUHAN TIDAK AMAN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4114800" cy="502920"/>
          </a:xfrm>
          <a:prstGeom prst="rect">
            <a:avLst/>
          </a:prstGeom>
          <a:solidFill>
            <a:srgbClr val="FDE8E8"/>
          </a:solidFill>
          <a:ln w="12700">
            <a:solidFill>
              <a:srgbClr val="F5B0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63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</a:rPr>
              <a:t>🚫  Disentuh bagian pribadi tubuh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201168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0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011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</a:rPr>
              <a:t>😡  Dipaksa dipeluk/dicium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2560320"/>
            <a:ext cx="4114800" cy="502920"/>
          </a:xfrm>
          <a:prstGeom prst="rect">
            <a:avLst/>
          </a:prstGeom>
          <a:solidFill>
            <a:srgbClr val="FDE8E8"/>
          </a:solidFill>
          <a:ln w="12700">
            <a:solidFill>
              <a:srgbClr val="F5B0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560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</a:rPr>
              <a:t>📵  Diperlihatkan gambar/video buruk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0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108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</a:rPr>
              <a:t>✋  Dipegang paksa oleh orang asing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54880" y="3657600"/>
            <a:ext cx="4114800" cy="502920"/>
          </a:xfrm>
          <a:prstGeom prst="rect">
            <a:avLst/>
          </a:prstGeom>
          <a:solidFill>
            <a:srgbClr val="FDE8E8"/>
          </a:solidFill>
          <a:ln w="12700">
            <a:solidFill>
              <a:srgbClr val="F5B0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57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</a:rPr>
              <a:t>🤫  Diminta rahasiakan dari orang tua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</a:rPr>
              <a:t>🌟 Kamu berhak aman! Jika ada yang membuat tidak nyaman → Bilang TIDAK! → Lari → Cerita!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5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2A0B3">
              <a:alpha val="35000"/>
            </a:srgbClr>
          </a:solidFill>
          <a:ln w="12700">
            <a:solidFill>
              <a:srgbClr val="02A0B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743200" cy="2743200"/>
          </a:xfrm>
          <a:prstGeom prst="ellipse">
            <a:avLst/>
          </a:prstGeom>
          <a:solidFill>
            <a:srgbClr val="02A0B3">
              <a:alpha val="35000"/>
            </a:srgbClr>
          </a:solidFill>
          <a:ln w="12700">
            <a:solidFill>
              <a:srgbClr val="02A0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🛡️💚🛡️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7315200" cy="1920240"/>
          </a:xfrm>
          <a:prstGeom prst="rect">
            <a:avLst/>
          </a:prstGeom>
          <a:solidFill>
            <a:srgbClr val="FFFFFF">
              <a:alpha val="88000"/>
            </a:srgbClr>
          </a:solidFill>
          <a:ln w="254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A825"/>
                </a:solidFill>
              </a:rPr>
              <a:t>Kamu Aman &amp; Berharga! 💙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Tubuhmu adalah milikmu. Kamu berhak merasa aman.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Jika ada yang membuatmu tidak nyaman, kamu tidak sendirian.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329184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1A9E5C"/>
          </a:solidFill>
          <a:ln w="12700">
            <a:solidFill>
              <a:srgbClr val="1A9E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3291840"/>
            <a:ext cx="2606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Kenali sentuhan aman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329184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1A9E5C"/>
          </a:solidFill>
          <a:ln w="12700">
            <a:solidFill>
              <a:srgbClr val="1A9E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3291840"/>
            <a:ext cx="2606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🛡️ Lindungi tubuhmu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329184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1A9E5C"/>
          </a:solidFill>
          <a:ln w="12700">
            <a:solidFill>
              <a:srgbClr val="1A9E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3291840"/>
            <a:ext cx="2606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🗣️ Berani cerita!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01474F"/>
          </a:solidFill>
          <a:ln w="12700">
            <a:solidFill>
              <a:srgbClr val="0147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A825"/>
                </a:solidFill>
              </a:rPr>
              <a:t>SAFE-ABLE  •  SLB Negeri 1 Makassar  •  </a:t>
            </a:r>
            <a:r>
              <a:rPr lang="en-US" sz="1200">
                <a:solidFill>
                  <a:srgbClr val="F9A825"/>
                </a:solidFill>
              </a:rPr>
              <a:t>PKM-PM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722</Words>
  <Application>Microsoft Office PowerPoint</Application>
  <PresentationFormat>On-screen Show (16:9)</PresentationFormat>
  <Paragraphs>112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Sentuhan Aman dan Tidak Aman</dc:title>
  <dc:subject>PptxGenJS Presentation</dc:subject>
  <dc:creator>PptxGenJS</dc:creator>
  <cp:lastModifiedBy>Umniyah Nasywa Pihal</cp:lastModifiedBy>
  <cp:revision>2</cp:revision>
  <dcterms:created xsi:type="dcterms:W3CDTF">2026-03-04T03:09:05Z</dcterms:created>
  <dcterms:modified xsi:type="dcterms:W3CDTF">2026-03-04T03:15:11Z</dcterms:modified>
</cp:coreProperties>
</file>